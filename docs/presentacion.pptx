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convierte a PDF/PPTX con:
  npx @marp-team/marp-cli docs/presentacion.md --allow-local-files -o docs/presentacion.pdf
  npx @marp-team/marp-cli docs/presentacion.md --allow-local-files -o docs/presentacion.pptx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CI/CD con enfoque **DevSecOps**</dc:title>
  <dc:subject>PptxGenJS Presentation</dc:subject>
  <dc:creator>Created by Marp</dc:creator>
  <cp:lastModifiedBy>Created by Marp</cp:lastModifiedBy>
  <cp:revision>1</cp:revision>
  <dcterms:created xsi:type="dcterms:W3CDTF">2026-07-11T02:22:22Z</dcterms:created>
  <dcterms:modified xsi:type="dcterms:W3CDTF">2026-07-11T02:22:22Z</dcterms:modified>
</cp:coreProperties>
</file>